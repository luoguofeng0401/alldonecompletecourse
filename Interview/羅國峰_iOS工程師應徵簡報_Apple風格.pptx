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開場：您好，我是羅國峰，應徵 iOS Developer 職位。今天用十分鐘介紹背景、技術能力，以及獨立完成的 iOS App 專案 TodoList。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電機所博士，研究訓練讓我習慣先釐清問題再動手。近期把重心放在 iOS 開發，並以一個完整的 App 專案驗證所學。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碩博士都在高科大電機所完成，期間獲得書卷獎與斐陶斐榮譽會員。業界經驗是在 AlphaInfo 擔任 R&amp;D 助理工程師。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技術能力以 SwiftUI 與 MVVM 為核心，向外延伸到 API 串接、非同步處理、版本控制與上架流程，另有 CoreML 模型整合經驗。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TodoList 是我獨立完成的一支任務管理 App，用 SwiftUI 撰寫，支援 iOS 18.6 以上。接下來用三個畫面說明主要流程。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驗證流程包含註冊、登入與錯誤處理。重點是把失敗狀態也做完整——輸入錯誤時明確告訴使用者原因。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主畫面同時處理分類、搜尋與新增。我特別花時間處理空狀態，因為那是使用者第一次打開 App 會看到的畫面。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設定頁把 App 資訊、使用者資訊與登出集中管理，登出前加上確認對話框做保護。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架構上採 MVVM，View 只管呈現、ViewModel 管狀態、Service 管資料。搭配 async/await 處理非同步，並把錯誤與空狀態都做完整。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總結三個重點：研究訓練帶來的解題能力、完整走過一支 App 的生命週期、把細節做完整的習慣。謝謝聆聽。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uoguofeng0401" TargetMode="External"/><Relationship Id="rId2" Type="http://schemas.openxmlformats.org/officeDocument/2006/relationships/hyperlink" Target="https://medium.com/@luoguofeng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uoguofeng0401" TargetMode="External"/><Relationship Id="rId2" Type="http://schemas.openxmlformats.org/officeDocument/2006/relationships/hyperlink" Target="https://medium.com/@luoguofe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13232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DEVELOPER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87552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羅國峰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3852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・ MVVM ・ RESTful API 串接 ・ Git 版本控制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0986-513-967　·　luoguofeng0401@gmail.com</a:t>
            </a:r>
            <a:endParaRPr lang="en-US" sz="14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2468880" y="27066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u="sng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github.com/luoguofeng0401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706624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 txBox="1"/>
          <p:nvPr/>
        </p:nvSpPr>
        <p:spPr>
          <a:xfrm>
            <a:off x="6291072" y="27066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u="sng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medium.com/@luoguofeng</a:t>
            </a:r>
            <a:endParaRPr lang="en-US" sz="1400" dirty="0"/>
          </a:p>
        </p:txBody>
      </p:sp>
      <p:pic>
        <p:nvPicPr>
          <p:cNvPr id="9" name="Image 0" descr="/root/deck/img/Task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795" y="3127248"/>
            <a:ext cx="1754105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583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關於我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1280160" y="1554480"/>
            <a:ext cx="96313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電機工程研究所博士，習慣把問題拆解、驗證後再落實成產品。</a:t>
            </a:r>
            <a:endParaRPr lang="en-US" sz="21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目前專注於 iOS App 開發，熟悉 SwiftUI 與 MVVM 架構，</a:t>
            </a:r>
            <a:endParaRPr lang="en-US" sz="21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並獨立完成任務管理 App「TodoList」的設計與實作。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博士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4370832"/>
            <a:ext cx="31494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 電機工程研究所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338218" y="361188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4.0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21098" y="4370832"/>
            <a:ext cx="31494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書卷獎・學業成績全班第一名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853477" y="361188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項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8036357" y="4370832"/>
            <a:ext cx="314949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相關技術專長，涵蓋開發到上架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77440" y="5230368"/>
            <a:ext cx="743681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4406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希望職稱　iOS Developer　·　錄取後隨時可上班　·　對遠端工作有意願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583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學經歷與榮譽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1054577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29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– 2025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99339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　電機工程研究所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02996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博士畢業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16352"/>
            <a:ext cx="1054577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98094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AlphaInfo Inc.（電腦軟體服務業）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01752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助理工程師　｜　新竹市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803904"/>
            <a:ext cx="1054577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005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– 2019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96849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國立高雄科技大學　電機工程研究所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005072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碩士畢業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791456"/>
            <a:ext cx="10545775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38928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書卷獎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541264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學業成績優異，獲得全班第一名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338218" y="5138928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斐陶斐榮譽會員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75378" y="5541264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中華民國斐陶斐榮譽學會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853477" y="5138928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990637" y="5541264"/>
            <a:ext cx="3240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 / 說 / 讀 / 寫　中等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583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技術能力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58368" y="169164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9264" y="203911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77063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宣告式 UI 開發，實作深色模式介面與自訂元件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45459" y="169164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56355" y="203911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設計模式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56355" y="277063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畫面與商業邏輯分離，提升可測試性與維護性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2550" y="169164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43446" y="203911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串接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43446" y="277063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與後端服務整合，處理請求、回應與錯誤狀態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19642" y="169164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30538" y="203911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330538" y="277063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非同步流程與資料流處理，避免阻塞主執行緒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406908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9264" y="441655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版本控制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514807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分支管理與 GitHub 協作，維持可追溯的開發歷程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45459" y="406908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56355" y="441655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上架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756355" y="514807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熟悉打包、送審與版本發布流程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2550" y="406908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446" y="441655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CoreML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446" y="514807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App 內整合機器學習模型進行本地端推論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19642" y="4069080"/>
            <a:ext cx="2512771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30538" y="4416552"/>
            <a:ext cx="18909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 開發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30538" y="5148072"/>
            <a:ext cx="1945843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從介面設計、資料流到功能實作的完整經驗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9601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29844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TodoList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30428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獨立開發的 iOS 任務管理 App，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協助使用者掌握每天的待辦事項。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18.6+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相容性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獨立開發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572000"/>
            <a:ext cx="644652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5488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帳號註冊、登入與登出　·　四大分類快速切換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任務新增、勾選完成與關鍵字搜尋　·　空狀態引導畫面</a:t>
            </a:r>
            <a:endParaRPr lang="en-US" sz="1450" dirty="0"/>
          </a:p>
        </p:txBody>
      </p:sp>
      <p:pic>
        <p:nvPicPr>
          <p:cNvPr id="13" name="Image 0" descr="/root/deck/img/TaskView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777240"/>
            <a:ext cx="260866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583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帳號驗證流程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3502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註冊、登入，以及失敗時該說清楚的事</a:t>
            </a:r>
            <a:endParaRPr lang="en-US" sz="1700" dirty="0"/>
          </a:p>
        </p:txBody>
      </p:sp>
      <p:pic>
        <p:nvPicPr>
          <p:cNvPr id="4" name="Image 0" descr="/root/deck/img/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6839" y="1920240"/>
            <a:ext cx="1844059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607383" y="5760720"/>
            <a:ext cx="2282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註冊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607383" y="6089904"/>
            <a:ext cx="2282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姓名、Email 與密碼</a:t>
            </a:r>
            <a:endParaRPr lang="en-US" sz="1200" dirty="0"/>
          </a:p>
        </p:txBody>
      </p:sp>
      <p:pic>
        <p:nvPicPr>
          <p:cNvPr id="7" name="Image 1" descr="/root/deck/img/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818" y="1920240"/>
            <a:ext cx="1844059" cy="3749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954362" y="5760720"/>
            <a:ext cx="2282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954362" y="6089904"/>
            <a:ext cx="2282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欄位圖示與密碼遮罩</a:t>
            </a:r>
            <a:endParaRPr lang="en-US" sz="1200" dirty="0"/>
          </a:p>
        </p:txBody>
      </p:sp>
      <p:pic>
        <p:nvPicPr>
          <p:cNvPr id="10" name="Image 2" descr="/root/deck/img/LoginErr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797" y="1920240"/>
            <a:ext cx="1844059" cy="3749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01341" y="5760720"/>
            <a:ext cx="2282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錯誤提示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301341" y="6089904"/>
            <a:ext cx="22829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明確回饋失敗原因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img/Add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68680"/>
            <a:ext cx="2518715" cy="5120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34840" y="118872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任務清單與分類管理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453128" y="1828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一個畫面裡完成分類、搜尋與新增。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453128" y="2514600"/>
            <a:ext cx="6903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53128" y="266090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分類切換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453128" y="3008376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Groceries / Home / Personal / Work 四類整理任務，點選即時切換。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53128" y="3502152"/>
            <a:ext cx="6903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53128" y="364845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新增任務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453128" y="399592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浮動按鈕開啟新增區塊，可同時建立清單標題與底下的多筆待辦項目。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53128" y="4489704"/>
            <a:ext cx="6903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3128" y="463600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完成與搜尋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453128" y="498348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勾選方塊標記完成狀態，上方搜尋列可直接以關鍵字過濾任務。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53128" y="5477256"/>
            <a:ext cx="690372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53128" y="562356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空狀態設計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453128" y="5971032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清單為空時顯示插圖與引導文案，讓使用者知道下一步該做什麼。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deck/img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2203875" cy="4480560"/>
          </a:xfrm>
          <a:prstGeom prst="rect">
            <a:avLst/>
          </a:prstGeom>
        </p:spPr>
      </p:pic>
      <p:pic>
        <p:nvPicPr>
          <p:cNvPr id="3" name="Image 1" descr="/root/deck/img/Sign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35" y="1188720"/>
            <a:ext cx="2203875" cy="44805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8680" y="5760720"/>
            <a:ext cx="22038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設定頁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3484035" y="5760720"/>
            <a:ext cx="22038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登出確認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852160" y="123444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設定與帳號資訊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870448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該給的資訊給清楚，該保護的動作有確認。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870448" y="2560320"/>
            <a:ext cx="54681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70448" y="27066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介紹區塊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870448" y="3054096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 App 的定位與用途，讓使用者理解產品價值。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870448" y="3529584"/>
            <a:ext cx="54681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870448" y="367588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使用者資訊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870448" y="402336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顯示登入帳號的姓名與 Email，由登入狀態帶入。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870448" y="4498848"/>
            <a:ext cx="54681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70448" y="46451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資訊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870448" y="4992624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 1.0、相容 iOS 18.6+、開發者資訊一併揭露。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870448" y="5468112"/>
            <a:ext cx="54681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70448" y="56144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登出保護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5870448" y="5961888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登出前跳出確認對話框，避免誤觸造成資料中斷。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583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技術實作重點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35024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分層，讓畫面與邏輯各自單純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321868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" y="224028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6791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畫面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只負責呈現與事件傳遞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50792" y="2624328"/>
            <a:ext cx="256032" cy="237744"/>
          </a:xfrm>
          <a:prstGeom prst="rightArrow">
            <a:avLst/>
          </a:prstGeom>
          <a:solidFill>
            <a:srgbClr val="B8B8BD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1965960"/>
            <a:ext cx="321868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91456" y="224028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791456" y="26791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狀態管理與商業邏輯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@Published 驅動畫面更新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72984" y="2624328"/>
            <a:ext cx="256032" cy="237744"/>
          </a:xfrm>
          <a:prstGeom prst="rightArrow">
            <a:avLst/>
          </a:prstGeom>
          <a:solidFill>
            <a:srgbClr val="B8B8BD"/>
          </a:solidFill>
          <a:ln/>
        </p:spPr>
      </p:sp>
      <p:sp>
        <p:nvSpPr>
          <p:cNvPr id="12" name="Shape 10"/>
          <p:cNvSpPr/>
          <p:nvPr/>
        </p:nvSpPr>
        <p:spPr>
          <a:xfrm>
            <a:off x="8302752" y="1965960"/>
            <a:ext cx="3218688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13648" y="224028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Service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613648" y="267919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資料模型與 API 串接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 非同步請求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4005072"/>
            <a:ext cx="52395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151376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非同步處理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498848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async / await 與 Combine 處理請求與狀態更新。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91072" y="4005072"/>
            <a:ext cx="52395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91072" y="4151376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錯誤與空狀態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4498848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登入失敗、清單為空皆有對應畫面與文案，讓使用者知道發生什麼事。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138928"/>
            <a:ext cx="52395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5285232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深色模式介面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632704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整體採用深色配色，統一主色與元件圓角，維持一致的視覺語彙。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91072" y="5138928"/>
            <a:ext cx="523951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91072" y="5285232"/>
            <a:ext cx="5148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版本控制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5632704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Git 分支管理開發進度，功能完成後合併，保留可追溯的提交紀錄。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感謝聆聽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12848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期待有機會加入團隊，一起把產品做好。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研究訓練的解題能力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6118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習慣拆解問題、驗證假設，面對不熟悉的技術能快速上手。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38218" y="32004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 App 實作經驗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4612538" y="36118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從介面設計、架構規劃、API 串接到上架流程都走過一次。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53477" y="32004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把細節做完整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127797" y="36118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錯誤提示、空狀態、登出確認，都是我主動補齊的部分。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4892040"/>
            <a:ext cx="7436815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206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羅國峰　Guofeng Luo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50468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0986-513-967　·　luoguofeng0401@gmail.com</a:t>
            </a:r>
            <a:endParaRPr lang="en-US" sz="1400" dirty="0"/>
          </a:p>
        </p:txBody>
      </p:sp>
      <p:sp>
        <p:nvSpPr>
          <p:cNvPr id="13" name="Text 11">
            <a:hlinkClick r:id="rId1" tooltip=""/>
          </p:cNvPr>
          <p:cNvSpPr txBox="1"/>
          <p:nvPr/>
        </p:nvSpPr>
        <p:spPr>
          <a:xfrm>
            <a:off x="2468880" y="58704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u="sng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github.com/luoguofeng0401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5870448"/>
            <a:ext cx="301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400" dirty="0"/>
          </a:p>
        </p:txBody>
      </p:sp>
      <p:sp>
        <p:nvSpPr>
          <p:cNvPr id="15" name="Text 13">
            <a:hlinkClick r:id="rId2" tooltip=""/>
          </p:cNvPr>
          <p:cNvSpPr txBox="1"/>
          <p:nvPr/>
        </p:nvSpPr>
        <p:spPr>
          <a:xfrm>
            <a:off x="6291072" y="58704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u="sng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medium.com/@luoguofeng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羅國峰 — iOS Developer 應徵簡報</dc:title>
  <dc:subject>PptxGenJS Presentation</dc:subject>
  <dc:creator>Guofeng Luo</dc:creator>
  <cp:lastModifiedBy>Guofeng Luo</cp:lastModifiedBy>
  <cp:revision>1</cp:revision>
  <dcterms:created xsi:type="dcterms:W3CDTF">2026-09-01T04:38:47Z</dcterms:created>
  <dcterms:modified xsi:type="dcterms:W3CDTF">2026-09-01T04:38:47Z</dcterms:modified>
</cp:coreProperties>
</file>